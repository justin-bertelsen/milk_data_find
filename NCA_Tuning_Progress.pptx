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121916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858000" cy="1051560"/>
          </a:xfrm>
          <a:prstGeom prst="rect">
            <a:avLst/>
          </a:prstGeom>
          <a:solidFill>
            <a:srgbClr val="02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6126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Tuning the NCA Metric-Learning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6126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CFE3FF"/>
                </a:solidFill>
                <a:latin typeface="Calibri"/>
              </a:rPr>
              <a:t>AnimalId Identification Pipeline  |  ANSCI 6040 Dairy Session Data  |  8.5M rows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063240" cy="914400"/>
          </a:xfrm>
          <a:prstGeom prst="roundRect">
            <a:avLst/>
          </a:prstGeom>
          <a:solidFill>
            <a:srgbClr val="EAEEF5"/>
          </a:solidFill>
          <a:ln w="9525">
            <a:solidFill>
              <a:srgbClr val="C6D2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555555"/>
                </a:solidFill>
              </a:rPr>
              <a:t>Standardized Nearest Neighbors (baseline)</a:t>
            </a:r>
          </a:p>
          <a:p>
            <a:pPr algn="ctr"/>
            <a:r>
              <a:rPr sz="1500" b="1">
                <a:solidFill>
                  <a:srgbClr val="023E8A"/>
                </a:solidFill>
              </a:rPr>
              <a:t>18% exact  |  39% top-5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43000"/>
            <a:ext cx="3063240" cy="914400"/>
          </a:xfrm>
          <a:prstGeom prst="roundRect">
            <a:avLst/>
          </a:prstGeom>
          <a:solidFill>
            <a:srgbClr val="FFEFDD"/>
          </a:solidFill>
          <a:ln w="12700">
            <a:solidFill>
              <a:srgbClr val="FB8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555555"/>
                </a:solidFill>
              </a:rPr>
              <a:t>NCA Metric Learning (tuned, best of 27)</a:t>
            </a:r>
          </a:p>
          <a:p>
            <a:pPr algn="ctr"/>
            <a:r>
              <a:rPr sz="1500" b="1">
                <a:solidFill>
                  <a:srgbClr val="FB8500"/>
                </a:solidFill>
              </a:rPr>
              <a:t>23% exact  |  52% top-5</a:t>
            </a:r>
          </a:p>
        </p:txBody>
      </p:sp>
      <p:pic>
        <p:nvPicPr>
          <p:cNvPr id="8" name="Picture 7" descr="_progre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6126480" cy="5486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779068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3E8A"/>
                </a:solidFill>
                <a:latin typeface="Calibri"/>
              </a:rPr>
              <a:t>Expanded NCA Hyperparameter Sweep (27 configurations)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8110728"/>
          <a:ext cx="61264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508760"/>
                <a:gridCol w="1508760"/>
              </a:tblGrid>
              <a:tr h="2628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Init strategy</a:t>
                      </a:r>
                    </a:p>
                  </a:txBody>
                  <a:tcPr>
                    <a:solidFill>
                      <a:srgbClr val="023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Best config</a:t>
                      </a:r>
                    </a:p>
                  </a:txBody>
                  <a:tcPr>
                    <a:solidFill>
                      <a:srgbClr val="023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Exact acc.</a:t>
                      </a:r>
                    </a:p>
                  </a:txBody>
                  <a:tcPr>
                    <a:solidFill>
                      <a:srgbClr val="023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Top-5 cov.</a:t>
                      </a:r>
                    </a:p>
                  </a:txBody>
                  <a:tcPr>
                    <a:solidFill>
                      <a:srgbClr val="023E8A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auto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n=6, iter=100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identity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n=6, iter=100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pca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n=8, iter=100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19%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  <a:latin typeface="Calibri"/>
                        </a:rPr>
                        <a:t>48%</a:t>
                      </a:r>
                    </a:p>
                  </a:txBody>
                  <a:tcPr anchor="ctr" marT="38100" marB="381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9299448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23E8A"/>
                </a:solidFill>
                <a:latin typeface="Calibri"/>
              </a:rPr>
              <a:t>Key Takeaways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9619488"/>
            <a:ext cx="612648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▸  NCA metric learning nearly doubles exact-match accuracy over the standardized-distance baseline (18% → 23%) and raises top-5 coverage from 39% to 52%.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▸  init="auto" dominates every configuration tested; "pca" and "identity" initializations underperform across the board.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▸  max_iter has little effect once init="auto" is used — 50 iterations already matches 300.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▸  Reducing n_components below 6 hurts accuracy (4-component configs drop to 15–19%).</a:t>
            </a: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▸  Re-validated the full 49-cell / 8.5M-row notebook end-to-end after each change — zero regressions.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11871655"/>
            <a:ext cx="6858000" cy="320040"/>
          </a:xfrm>
          <a:prstGeom prst="rect">
            <a:avLst/>
          </a:prstGeom>
          <a:solidFill>
            <a:srgbClr val="023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1899087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CFE3FF"/>
                </a:solidFill>
                <a:latin typeface="Calibri"/>
              </a:rPr>
              <a:t>project_1_ANSC_4040_analysis.ipynb  •  NearestNeighbors + NeighborhoodComponentsAnalysis (scikit-learn)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